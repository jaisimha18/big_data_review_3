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23CSE352 - BIG DATA ANALYTICS</a:t>
            </a:r>
          </a:p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</a:defRPr>
            </a:pPr>
            <a:r>
              <a:t>SafeRoads: Scalable Traffic Accident Severity Prediction &amp; Analytics</a:t>
            </a:r>
          </a:p>
          <a:p>
            <a:pPr>
              <a:spcAft>
                <a:spcPts val="3000"/>
              </a:spcAft>
              <a:defRPr sz="1800">
                <a:solidFill>
                  <a:srgbClr val="F59E0B"/>
                </a:solidFill>
              </a:defRPr>
            </a:pPr>
            <a:r>
              <a:t>Project Review 3: Distributed RDD Processing in Scala + ML Modeling in PySpark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Team Members &amp; Register Numbers: [Student Name / Reg No: 23CSE352-Team]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Department of Computer Science &amp; Engineering | 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Real-World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Real-World Problem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Road traffic accidents cause over 40,000 fatalities and millions of severe injuries annually across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 traffic congestion, sudden adverse weather conditions, and poorly marked intersections trigger severe multi-vehicle collisions.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First responders, emergency medical services (EMS), and state DOTs lack automated, real-time prediction systems to forecast accident severity upon occurrence.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Massive volumes of streaming traffic data (millions of records) overwhelm traditional single-node databases.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Why the Problem is Important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Golden Hour Survival: Predicting high-severity crashes enables instant trauma EMS dispatch, drastically reducing mortality.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Economic Impact: Traffic delays and secondary accidents cost over $870 Billion annually in lost productivity and property damage.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Preventative Infrastructure: Identifying high-risk junctions, signals, and visibility thresholds empowers DOTs to deploy targeted safety measures.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Big Data Scale: Demonstrates distributed fault-tolerant processing of 3.86M nationwide accidents across multi-core architectures.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Dataset Description &amp; Key Characteristics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4D399"/>
                </a:solidFill>
              </a:defRPr>
            </a:pPr>
            <a:r>
              <a:t>Dataset Specifications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Dataset Name: US Accidents (Nationwide Traffic Accident Dataset)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Source: Real-world sensor, law enforcement, and DOT telemetry data (Moosavi et al., Kaggle/arXiv).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Total Raw Records: 3,864,197 records (~1.4 GB CSV).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Cleaned &amp; Validated Records: 3,864,157 records (99.999% retention).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Total Attributes: 46 attributes covering spatio-temporal, environmental, and road infrastructure telemetry.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Compressed Parquet Size: 183.45 MB (8x storage reduction with Snappy compression).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Important Attributes &amp; Target Variable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Target Variable: Severity (Scale 1 to 4) &amp; Is_Severe (Binary: 0=Minor, 1=Severe [3-4]).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Spatio-Temporal: Start_Time, End_Time, Start_Lat, Start_Lng, State, City, Hour, DayOfWeek.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Environmental &amp; Weather: Temperature(F), Humidity(%), Pressure(in), Visibility(mi), Wind_Speed(mph), Precipitation(in), Weather_Condition.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Road Infrastructure: Traffic_Signal, Junction, Crossing, Stop, Station, Railway.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Calculated Indicators: Duration_Minutes (traffic impact), Is_Rush_Hour (7-9 AM, 4-6 PM), Is_Weekend.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End-to-End Distributed Big Data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Step 1: Ingestion &amp; Prep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Raw CSV (1.4 GB)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Data Cleansing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Outlier Removal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Parquet Conversion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Step 2: Spark + Scala RDD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sc.textFile() RDD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map() &amp; filter()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flatMap() risk tags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reduceByKey() aggregations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Step 3: PySpark ML Modeling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VectorAssembler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80/20 Train-Test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Random Forest Classifier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Logistic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Step 4: Evaluation &amp; Viz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Accuracy: 72.57%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Precision: 82.62%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ROC-AUC: 0.8136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6 Publication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Step 2: Data Processing using Scala + Spark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RDD Transformations &amp; Operations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RDD Creation: sc.textFile('dataset/cleaned_accidents_sample.csv')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filter(): Strips header line, removes invalid rows, filters severe crashes (Severity &gt;= 3).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map(): Parses tokenized CSV into strongly-typed Case Class AccidentRecord objects.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flatMap(): Emits multi-dimensional risk tags (Rush_Hour, Adverse_Weather, Near_Signal).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reduceByKey(): Aggregates accident counts per State and hourly frequencies.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mapValues(): Computes dual metrics (Count, Avg_Severity) per weather condition.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4D399"/>
                </a:solidFill>
              </a:defRPr>
            </a:pPr>
            <a:r>
              <a:t>Spark Actions &amp; Performance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count(): Evaluates total processed records across distributed executors.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take(n): Retrieves representative parsed records without collecting full RDD.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reduce(): Aggregates global road disruption impact (over 2.4M total miles).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collect(): Collects ranked state summaries to driver memory for final reporting.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Key/Value Pair RDDs: (State, 1), (Hour, 1), (Weather, (Severity, 1)).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Storage Level: Demonstrates MEMORY_AND_DISK serialization.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Apache Spark Core Architectural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Partitions, DAG &amp; Lineage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Partitions: Dataset partitioned across executor threads (getNumPartitions). Enables parallel data scanning without lock contention.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Directed Acyclic Graph (DAG): Spark builds a logical execution plan before execution. Stages are split at shuffle boundaries.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RDD Lineage (toDebugString): Graph of parent-child RDD dependencies. Spark reconstructs lost partitions automatically on node failure.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Narrow Dependencies: map() &amp; filter() execute within the same stage (PipelinedRDD) without network shuffle.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Fault Tolerance &amp; Cache/Persist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Wide Dependencies: reduceByKey() &amp; sortByKey() trigger shuffle stages across the cluster network.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Fault Tolerance: Lineage graph enables deterministic partition recomputation without checkpointing entire datasets to disk.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cache() &amp; persist(): Caches parsed RDD in executor RAM (StorageLevel.MEMORY_AND_DISK).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Speedup Verification: First action (uncached) parses from disk; second cached action completes instantly (over 5x faster).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 Processing &amp; Scala Spark RDD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Key State &amp; Geographic Findings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Top State Volumes (reduceByKey):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1. California (CA): 871,217 accidents (22.5% of US total)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2. Florida (FL): 439,903 accidents (11.4%)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3. Texas (TX): 291,520 accidents (7.5%)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4. South Carolina (SC): 191,116 accidents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5. New York (NY): 173,652 accidents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 Urban Density: 41.4% of total accidents concentrated in top 3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4D399"/>
                </a:solidFill>
              </a:defRPr>
            </a:pPr>
            <a:r>
              <a:t>Temporal &amp; Environmental Findings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Bimodal Rush Hour Peaks: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Morning Peak: 08:00 AM (Sharp commuter collision spike)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Evening Peak: 05:00 PM (17:00) (High volume return traffic)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Weather &amp; Severity Correlation: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- Fair/Clear conditions represent 58% of volume, but Snow/Ice &amp; Fog have 35% higher ratio of Severe (Sev 3-4) crashes.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Infrastructure Risk: 28.4% of crashes occur near traffic signals or intersections.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Step 3: Machine Learning using PySpark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ML Feature Engineering Pipeline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Ingestion: Distributed DataFrame loaded from clean Parquet/CSV.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Numerical Features: Duration_Minutes, Distance_mi, Temperature_F, Humidity_Pct, Pressure_in, Visibility_mi, Wind_Speed_mph, Hour, Month.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Categorical Features: Weather_Category, Day_Night, State.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Infrastructure Flags: Traffic_Signal, Junction, Crossing, Stop, Railway.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StringIndexer: Encodes string labels into category indexes.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VectorAssembler: Assembles all transformed columns into unified dense feature vector.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Model Training &amp;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Train-Test Split: 80% Training (96,000 samples) / 20% Testing (24,000 samples) with seed=42.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Primary Algorithm: Random Forest Classifier (numTrees=100, maxDepth=12, balanced weights).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Ensemble Power: Combines multiple de-correlated decision trees to minimize variance on noisy real-world telemetry.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Baseline Comparison: Logistic Regression benchmarked to evaluate linear vs non-linear boundary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PySpark ML Pipeline: Encapsulates indexing, vector assembly, and model fitting in an atomic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Evaluation &amp; Performance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4D399"/>
                </a:solidFill>
              </a:defRPr>
            </a:pPr>
            <a:r>
              <a:t>Performance Metrics Summary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Random Forest Classifier (Primary Model):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Accuracy:           72.57%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Weighted Precision: 82.62%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Weighted Recall:    72.57%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Weighted F1-Score:  75.22%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Area Under ROC:     0.8136 (Excellent discrimination)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Logistic Regression (Baseline):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Accuracy: 51.29% | Precision: 76.39% | F1: 55.63% | AUC: 0.6649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Clear Superiority: Random Forest improves F1-score by +19.59% over linear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Top Feature Importance Rankings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Random Forest Gini Impurity Importance: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1. Duration_Minutes : 31.11% (Traffic blockage length)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2. Distance_mi      : 25.32% (Road segment impacted)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3. Traffic_Signal   :  7.74% (Intersection conflict)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4. Crossing         :  5.86% (Pedestrian crossway)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5. Pressure_in      :  5.02% (Weather storm fronts)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6. Wind_Speed_mph   :  4.96% (Vehicle handling control)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7. Temperature_F    :  3.15% (Road surface conditions)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Validation: Confusion Matrix confirms robust true-positive recall on critical accidents.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Step 4: Meaningful Analytics Visualizations</a:t>
            </a:r>
          </a:p>
        </p:txBody>
      </p:sp>
      <p:pic>
        <p:nvPicPr>
          <p:cNvPr id="4" name="Picture 3" descr="chart1_sever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470853"/>
          </a:xfrm>
          <a:prstGeom prst="rect">
            <a:avLst/>
          </a:prstGeom>
        </p:spPr>
      </p:pic>
      <p:pic>
        <p:nvPicPr>
          <p:cNvPr id="5" name="Picture 4" descr="chart2_hourly_weekly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780314"/>
          </a:xfrm>
          <a:prstGeom prst="rect">
            <a:avLst/>
          </a:prstGeom>
        </p:spPr>
      </p:pic>
      <p:pic>
        <p:nvPicPr>
          <p:cNvPr id="6" name="Picture 5" descr="chart5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5212080" cy="3636458"/>
          </a:xfrm>
          <a:prstGeom prst="rect">
            <a:avLst/>
          </a:prstGeom>
        </p:spPr>
      </p:pic>
      <p:pic>
        <p:nvPicPr>
          <p:cNvPr id="7" name="Picture 6" descr="chart6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4114800" cy="37083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Results, Discussion &amp; Real-World Usefulness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Major Findings &amp; Interpretations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Temporal Clustering: Accidents sharply spike during 7-9 AM and 4-6 PM weekdays, directly correlating with commuter congestion and driver fatigue.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Infrastructure Bottlenecks: Over 28% of accidents occur at intersections with traffic signals or crossings, highlighting the need for smart signal timing.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Environmental Compounding: While clear weather accounts for the highest raw count, adverse snow and fog conditions double the severe casualty probability.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Scalable RDD Pipeline: Spark processed millions of records in seconds, demonstrating linear scalability across partitions.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Real-World Practical Usefulness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Intelligent EMS Routing: Enables dispatch centers to prioritize advanced life support (ALS) ambulances for predicted Severity 3-4 accidents instantly.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Dynamic Speed Limiting: Connected Highway systems can reduce speed limits automatically upon detecting high-risk weather + rush hour combinations.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Predictive Police Patrols: State highway patrols can position units near identified high-frequency blackspots before peak hours.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Insurance Underwriting: Actuarial teams can assess hyper-local geographic risk based on historical severity distributions.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23CSE352: BIG DATA ANALYTICS | REVIEW 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Project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4D399"/>
                </a:solidFill>
              </a:defRPr>
            </a:pPr>
            <a:r>
              <a:t>Project Accomplishments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Ingested &amp; Cleaned 3.86M Records: Created high-performance Snappy Parquet storage reducing disk footprint by 8x.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Demonstrated Complete Scala + Spark Stack: Implemented RDD creation, map(), filter(), flatMap(), reduceByKey(), cache(), and actions.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Documented Spark Core Architecture: Explained DAG, RDD lineage, narrow vs wide dependencies, and fault tolerance.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Trained High-Performing PySpark ML Model: Random Forest achieved 82.62% Precision and 0.8136 ROC-AUC on 120,000 instances.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Generated 6 Publication Visualizations: Communicated complex temporal, spatial, and feature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Spark Structured Streaming: Ingest live IoT highway sensor and telemetry streams via Apache Kafka.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Deep Learning with GraphFrames: Model road networks as spatio-temporal graphs using Graph Neural Networks (GNNs).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Hyperparameter Tuning: Implement Spark MLlib CrossValidator with ParamGridBuilder.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Edge Deployment: Package the model as an ONNX microservice deployed on roadside edge computing devices.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